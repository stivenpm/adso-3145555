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A11224-B406-465E-9836-0672329F9790}" v="1" dt="2026-02-06T21:08:50.6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-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 stiven perdomo martinez" userId="49dd1e4534cf3eba" providerId="LiveId" clId="{79DC843E-63BC-49A7-BC62-BA90885AB055}"/>
    <pc:docChg chg="modSld">
      <pc:chgData name="jose stiven perdomo martinez" userId="49dd1e4534cf3eba" providerId="LiveId" clId="{79DC843E-63BC-49A7-BC62-BA90885AB055}" dt="2026-02-06T21:08:50.662" v="0"/>
      <pc:docMkLst>
        <pc:docMk/>
      </pc:docMkLst>
      <pc:sldChg chg="modSp">
        <pc:chgData name="jose stiven perdomo martinez" userId="49dd1e4534cf3eba" providerId="LiveId" clId="{79DC843E-63BC-49A7-BC62-BA90885AB055}" dt="2026-02-06T21:08:50.662" v="0"/>
        <pc:sldMkLst>
          <pc:docMk/>
          <pc:sldMk cId="0" sldId="262"/>
        </pc:sldMkLst>
        <pc:spChg chg="mod">
          <ac:chgData name="jose stiven perdomo martinez" userId="49dd1e4534cf3eba" providerId="LiveId" clId="{79DC843E-63BC-49A7-BC62-BA90885AB055}" dt="2026-02-06T21:08:50.662" v="0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7315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47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66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9614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63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0590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087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77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90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766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43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61151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9102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9264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9295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29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8756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73903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5867" y="2153709"/>
            <a:ext cx="7772400" cy="1470025"/>
          </a:xfrm>
        </p:spPr>
        <p:txBody>
          <a:bodyPr>
            <a:noAutofit/>
          </a:bodyPr>
          <a:lstStyle/>
          <a:p>
            <a:r>
              <a:rPr sz="3600" dirty="0" err="1"/>
              <a:t>Ideación</a:t>
            </a:r>
            <a:r>
              <a:rPr sz="3600" dirty="0"/>
              <a:t>, </a:t>
            </a:r>
            <a:r>
              <a:rPr sz="3600" dirty="0" err="1"/>
              <a:t>Caracterización</a:t>
            </a:r>
            <a:r>
              <a:rPr sz="3600" dirty="0"/>
              <a:t> y </a:t>
            </a:r>
            <a:r>
              <a:rPr sz="3600" dirty="0" err="1"/>
              <a:t>Valoración</a:t>
            </a:r>
            <a:endParaRPr sz="3600" dirty="0"/>
          </a:p>
          <a:p>
            <a:r>
              <a:rPr sz="3600" dirty="0"/>
              <a:t>de la Idea de </a:t>
            </a:r>
            <a:r>
              <a:rPr sz="3600" dirty="0" err="1"/>
              <a:t>Negocio</a:t>
            </a:r>
            <a:r>
              <a:rPr lang="es-CO" sz="3600" dirty="0"/>
              <a:t>s</a:t>
            </a:r>
            <a:endParaRPr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Ideas de Negocio Analizadas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Cafetería especializada en café y derivados.</a:t>
            </a:r>
          </a:p>
          <a:p>
            <a:pPr>
              <a:defRPr sz="2000"/>
            </a:pPr>
            <a:r>
              <a:t>Tienda de suéteres modernos (incluye tallas grandes).</a:t>
            </a:r>
          </a:p>
          <a:p>
            <a:pPr>
              <a:defRPr sz="2000"/>
            </a:pPr>
            <a:r>
              <a:t>Tienda de zapatos deportivos (variedad y tallas grandes).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Problema, Necesidad u Oportunidad Detectada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Falta de </a:t>
            </a:r>
            <a:r>
              <a:rPr dirty="0" err="1"/>
              <a:t>lugares</a:t>
            </a:r>
            <a:r>
              <a:rPr dirty="0"/>
              <a:t> </a:t>
            </a:r>
            <a:r>
              <a:rPr dirty="0" err="1"/>
              <a:t>especializados</a:t>
            </a:r>
            <a:r>
              <a:rPr dirty="0"/>
              <a:t> </a:t>
            </a:r>
            <a:r>
              <a:rPr dirty="0" err="1"/>
              <a:t>donde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cliente</a:t>
            </a:r>
            <a:r>
              <a:rPr dirty="0"/>
              <a:t> </a:t>
            </a:r>
            <a:r>
              <a:rPr dirty="0" err="1"/>
              <a:t>disfrute</a:t>
            </a:r>
            <a:r>
              <a:rPr dirty="0"/>
              <a:t> café de </a:t>
            </a:r>
            <a:r>
              <a:rPr dirty="0" err="1"/>
              <a:t>excelente</a:t>
            </a:r>
            <a:r>
              <a:rPr dirty="0"/>
              <a:t> </a:t>
            </a:r>
            <a:r>
              <a:rPr dirty="0" err="1"/>
              <a:t>calidad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Poca </a:t>
            </a:r>
            <a:r>
              <a:rPr dirty="0" err="1"/>
              <a:t>variedad</a:t>
            </a:r>
            <a:r>
              <a:rPr dirty="0"/>
              <a:t> de cafés y </a:t>
            </a:r>
            <a:r>
              <a:rPr dirty="0" err="1"/>
              <a:t>productos</a:t>
            </a:r>
            <a:r>
              <a:rPr dirty="0"/>
              <a:t> </a:t>
            </a:r>
            <a:r>
              <a:rPr dirty="0" err="1"/>
              <a:t>derivados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un solo </a:t>
            </a:r>
            <a:r>
              <a:rPr dirty="0" err="1"/>
              <a:t>lugar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 err="1"/>
              <a:t>Oportunidad</a:t>
            </a:r>
            <a:r>
              <a:rPr dirty="0"/>
              <a:t> </a:t>
            </a:r>
            <a:r>
              <a:rPr dirty="0" err="1"/>
              <a:t>clara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alto </a:t>
            </a:r>
            <a:r>
              <a:rPr dirty="0" err="1"/>
              <a:t>consumo</a:t>
            </a:r>
            <a:r>
              <a:rPr dirty="0"/>
              <a:t> de café </a:t>
            </a:r>
            <a:r>
              <a:rPr dirty="0" err="1"/>
              <a:t>en</a:t>
            </a:r>
            <a:r>
              <a:rPr dirty="0"/>
              <a:t> Colombia.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¿Por qué se escogió la Cafetería?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Alta demanda y consumo constante.</a:t>
            </a:r>
          </a:p>
          <a:p>
            <a:pPr>
              <a:defRPr sz="2000"/>
            </a:pPr>
            <a:r>
              <a:t>Oportunidad de crecimiento con cafés especiales.</a:t>
            </a:r>
          </a:p>
          <a:p>
            <a:pPr>
              <a:defRPr sz="2000"/>
            </a:pPr>
            <a:r>
              <a:t>Variedad de productos que aumenta rentabilidad.</a:t>
            </a:r>
          </a:p>
          <a:p>
            <a:pPr>
              <a:defRPr sz="2000"/>
            </a:pPr>
            <a:r>
              <a:t>Diferenciación por calidad, ambiente y experiencia del cliente.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Valor Agregado para los Clientes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Cafés especiales y de alta calidad.</a:t>
            </a:r>
          </a:p>
          <a:p>
            <a:pPr>
              <a:defRPr sz="2000"/>
            </a:pPr>
            <a:r>
              <a:t>Catálogo amplio de productos derivados del café.</a:t>
            </a:r>
          </a:p>
          <a:p>
            <a:pPr>
              <a:defRPr sz="2000"/>
            </a:pPr>
            <a:r>
              <a:t>Atención personalizada y experiencia agradable.</a:t>
            </a:r>
          </a:p>
          <a:p>
            <a:pPr>
              <a:defRPr sz="2000"/>
            </a:pPr>
            <a:r>
              <a:t>Ambiente cómodo para estudiar, trabajar o compartir.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Productos y Servicios (Explicación Técnica)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Café espresso: bebida concentrada preparada con presión alta.</a:t>
            </a:r>
          </a:p>
          <a:p>
            <a:pPr>
              <a:defRPr sz="2000"/>
            </a:pPr>
            <a:r>
              <a:t>Capuchino: café con leche vaporizada y espuma.</a:t>
            </a:r>
          </a:p>
          <a:p>
            <a:pPr>
              <a:defRPr sz="2000"/>
            </a:pPr>
            <a:r>
              <a:t>Cold Brew: café extraído en agua fría por varias horas.</a:t>
            </a:r>
          </a:p>
          <a:p>
            <a:pPr>
              <a:defRPr sz="2000"/>
            </a:pPr>
            <a:r>
              <a:t>Postres derivados del café: tortas, galletas o brownies con café natural.</a:t>
            </a:r>
          </a:p>
          <a:p>
            <a:pPr>
              <a:defRPr sz="2000"/>
            </a:pPr>
            <a:r>
              <a:t>Bebidas especiales: combinaciones con chocolate, leche y sabores.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Oferta y Demanda (Impacto en el Negocio)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▶ </a:t>
            </a:r>
            <a:r>
              <a:rPr lang="es-ES" b="1" dirty="0"/>
              <a:t>La demanda aumenta</a:t>
            </a:r>
            <a:r>
              <a:rPr lang="es-ES" dirty="0"/>
              <a:t> en temporadas de frío, fines de semana, turismo y fechas especiales.</a:t>
            </a:r>
          </a:p>
          <a:p>
            <a:r>
              <a:rPr lang="es-ES" dirty="0"/>
              <a:t>▶ </a:t>
            </a:r>
            <a:r>
              <a:rPr lang="es-ES" b="1" dirty="0"/>
              <a:t>La oferta influye</a:t>
            </a:r>
            <a:r>
              <a:rPr lang="es-ES" dirty="0"/>
              <a:t> porque la presencia de muchas cafeterías cercanas obliga a competir en precio, calidad y servicio.</a:t>
            </a:r>
          </a:p>
          <a:p>
            <a:r>
              <a:rPr lang="es-ES" dirty="0"/>
              <a:t>▶ </a:t>
            </a:r>
            <a:r>
              <a:rPr lang="es-ES" b="1" dirty="0"/>
              <a:t>La diferenciación del negocio</a:t>
            </a:r>
            <a:r>
              <a:rPr lang="es-ES" dirty="0"/>
              <a:t> (productos únicos, buena atención y ambiente agradable) incrementa la demanda y fideliza clientes.</a:t>
            </a:r>
          </a:p>
          <a:p>
            <a:r>
              <a:rPr lang="es-ES" dirty="0"/>
              <a:t>▶ </a:t>
            </a:r>
            <a:r>
              <a:rPr lang="es-ES" b="1" dirty="0"/>
              <a:t>El aumento en los costos</a:t>
            </a:r>
            <a:r>
              <a:rPr lang="es-ES" dirty="0"/>
              <a:t> del café e insumos puede elevar los precios, reduciendo la demanda si los clientes buscan opciones más económicas.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98</TotalTime>
  <Words>315</Words>
  <Application>Microsoft Office PowerPoint</Application>
  <PresentationFormat>Presentación en pantalla (4:3)</PresentationFormat>
  <Paragraphs>31</Paragraphs>
  <Slides>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Ideación, Caracterización y Valoración de la Idea de Negocios</vt:lpstr>
      <vt:lpstr>Ideas de Negocio Analizadas</vt:lpstr>
      <vt:lpstr>Problema, Necesidad u Oportunidad Detectada</vt:lpstr>
      <vt:lpstr>¿Por qué se escogió la Cafetería?</vt:lpstr>
      <vt:lpstr>Valor Agregado para los Clientes</vt:lpstr>
      <vt:lpstr>Productos y Servicios (Explicación Técnica)</vt:lpstr>
      <vt:lpstr>Oferta y Demanda (Impacto en el Negocio)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jose stiven perdomo martinez</dc:creator>
  <cp:keywords/>
  <dc:description>generated using python-pptx</dc:description>
  <cp:lastModifiedBy>jose stiven perdomo martinez</cp:lastModifiedBy>
  <cp:revision>2</cp:revision>
  <dcterms:created xsi:type="dcterms:W3CDTF">2013-01-27T09:14:16Z</dcterms:created>
  <dcterms:modified xsi:type="dcterms:W3CDTF">2026-02-06T21:09:01Z</dcterms:modified>
  <cp:category/>
</cp:coreProperties>
</file>